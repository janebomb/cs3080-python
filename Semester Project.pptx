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24545-A0A8-0649-98F7-A02BD95526A7}" v="67" dt="2026-05-03T01:00:10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44"/>
    <p:restoredTop sz="94669"/>
  </p:normalViewPr>
  <p:slideViewPr>
    <p:cSldViewPr snapToGrid="0">
      <p:cViewPr varScale="1">
        <p:scale>
          <a:sx n="101" d="100"/>
          <a:sy n="101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e Bombria" userId="9b7f24f8-7514-4d2c-b867-c97b76d20c3f" providerId="ADAL" clId="{AF9B0389-2E66-585C-B99E-2228773C6C9D}"/>
    <pc:docChg chg="undo custSel addSld delSld modSld sldOrd">
      <pc:chgData name="Jane Bombria" userId="9b7f24f8-7514-4d2c-b867-c97b76d20c3f" providerId="ADAL" clId="{AF9B0389-2E66-585C-B99E-2228773C6C9D}" dt="2026-05-03T01:26:59.204" v="509" actId="208"/>
      <pc:docMkLst>
        <pc:docMk/>
      </pc:docMkLst>
      <pc:sldChg chg="addSp modSp mod">
        <pc:chgData name="Jane Bombria" userId="9b7f24f8-7514-4d2c-b867-c97b76d20c3f" providerId="ADAL" clId="{AF9B0389-2E66-585C-B99E-2228773C6C9D}" dt="2026-05-03T00:43:31.112" v="249" actId="1076"/>
        <pc:sldMkLst>
          <pc:docMk/>
          <pc:sldMk cId="274771570" sldId="256"/>
        </pc:sldMkLst>
        <pc:spChg chg="mod">
          <ac:chgData name="Jane Bombria" userId="9b7f24f8-7514-4d2c-b867-c97b76d20c3f" providerId="ADAL" clId="{AF9B0389-2E66-585C-B99E-2228773C6C9D}" dt="2026-05-03T00:42:22.859" v="245" actId="1582"/>
          <ac:spMkLst>
            <pc:docMk/>
            <pc:sldMk cId="274771570" sldId="256"/>
            <ac:spMk id="2" creationId="{774773D6-CA8A-BEAD-5B74-3598BFBB0354}"/>
          </ac:spMkLst>
        </pc:spChg>
        <pc:spChg chg="mod">
          <ac:chgData name="Jane Bombria" userId="9b7f24f8-7514-4d2c-b867-c97b76d20c3f" providerId="ADAL" clId="{AF9B0389-2E66-585C-B99E-2228773C6C9D}" dt="2026-05-03T00:42:36.144" v="248" actId="208"/>
          <ac:spMkLst>
            <pc:docMk/>
            <pc:sldMk cId="274771570" sldId="256"/>
            <ac:spMk id="3" creationId="{A996C12A-8F93-BB59-C690-FF198FEE6A9D}"/>
          </ac:spMkLst>
        </pc:spChg>
        <pc:picChg chg="add mod">
          <ac:chgData name="Jane Bombria" userId="9b7f24f8-7514-4d2c-b867-c97b76d20c3f" providerId="ADAL" clId="{AF9B0389-2E66-585C-B99E-2228773C6C9D}" dt="2026-05-03T00:43:31.112" v="249" actId="1076"/>
          <ac:picMkLst>
            <pc:docMk/>
            <pc:sldMk cId="274771570" sldId="256"/>
            <ac:picMk id="5" creationId="{A8D0A3E6-BC5C-5B4D-DD01-1CA5F1420519}"/>
          </ac:picMkLst>
        </pc:picChg>
      </pc:sldChg>
      <pc:sldChg chg="addSp modSp new mod">
        <pc:chgData name="Jane Bombria" userId="9b7f24f8-7514-4d2c-b867-c97b76d20c3f" providerId="ADAL" clId="{AF9B0389-2E66-585C-B99E-2228773C6C9D}" dt="2026-05-03T00:58:45.752" v="427" actId="692"/>
        <pc:sldMkLst>
          <pc:docMk/>
          <pc:sldMk cId="2740295694" sldId="257"/>
        </pc:sldMkLst>
        <pc:spChg chg="mod">
          <ac:chgData name="Jane Bombria" userId="9b7f24f8-7514-4d2c-b867-c97b76d20c3f" providerId="ADAL" clId="{AF9B0389-2E66-585C-B99E-2228773C6C9D}" dt="2026-05-03T00:45:55.075" v="321" actId="1582"/>
          <ac:spMkLst>
            <pc:docMk/>
            <pc:sldMk cId="2740295694" sldId="257"/>
            <ac:spMk id="2" creationId="{04E0FDEF-8971-A3DF-77F5-9F38C6DE3CB3}"/>
          </ac:spMkLst>
        </pc:spChg>
        <pc:spChg chg="mod">
          <ac:chgData name="Jane Bombria" userId="9b7f24f8-7514-4d2c-b867-c97b76d20c3f" providerId="ADAL" clId="{AF9B0389-2E66-585C-B99E-2228773C6C9D}" dt="2026-05-03T00:58:45.752" v="427" actId="692"/>
          <ac:spMkLst>
            <pc:docMk/>
            <pc:sldMk cId="2740295694" sldId="257"/>
            <ac:spMk id="3" creationId="{63195C40-E102-B12F-DCC2-E64655E18AA5}"/>
          </ac:spMkLst>
        </pc:spChg>
        <pc:picChg chg="add mod">
          <ac:chgData name="Jane Bombria" userId="9b7f24f8-7514-4d2c-b867-c97b76d20c3f" providerId="ADAL" clId="{AF9B0389-2E66-585C-B99E-2228773C6C9D}" dt="2026-05-03T00:46:12.294" v="326" actId="1076"/>
          <ac:picMkLst>
            <pc:docMk/>
            <pc:sldMk cId="2740295694" sldId="257"/>
            <ac:picMk id="4" creationId="{64CD0AF3-2EB8-1779-3A98-EF286AA101ED}"/>
          </ac:picMkLst>
        </pc:picChg>
        <pc:picChg chg="add mod">
          <ac:chgData name="Jane Bombria" userId="9b7f24f8-7514-4d2c-b867-c97b76d20c3f" providerId="ADAL" clId="{AF9B0389-2E66-585C-B99E-2228773C6C9D}" dt="2026-05-03T00:46:37.166" v="327" actId="931"/>
          <ac:picMkLst>
            <pc:docMk/>
            <pc:sldMk cId="2740295694" sldId="257"/>
            <ac:picMk id="6" creationId="{F87E84FB-A671-DD9D-0C1F-519E1658B283}"/>
          </ac:picMkLst>
        </pc:picChg>
      </pc:sldChg>
      <pc:sldChg chg="delSp modSp new del mod">
        <pc:chgData name="Jane Bombria" userId="9b7f24f8-7514-4d2c-b867-c97b76d20c3f" providerId="ADAL" clId="{AF9B0389-2E66-585C-B99E-2228773C6C9D}" dt="2026-05-03T00:51:10.868" v="368" actId="2696"/>
        <pc:sldMkLst>
          <pc:docMk/>
          <pc:sldMk cId="1717745276" sldId="258"/>
        </pc:sldMkLst>
      </pc:sldChg>
      <pc:sldChg chg="delSp modSp new del mod">
        <pc:chgData name="Jane Bombria" userId="9b7f24f8-7514-4d2c-b867-c97b76d20c3f" providerId="ADAL" clId="{AF9B0389-2E66-585C-B99E-2228773C6C9D}" dt="2026-05-03T00:57:32.603" v="402" actId="2696"/>
        <pc:sldMkLst>
          <pc:docMk/>
          <pc:sldMk cId="1519463080" sldId="260"/>
        </pc:sldMkLst>
      </pc:sldChg>
      <pc:sldChg chg="delSp modSp new del mod">
        <pc:chgData name="Jane Bombria" userId="9b7f24f8-7514-4d2c-b867-c97b76d20c3f" providerId="ADAL" clId="{AF9B0389-2E66-585C-B99E-2228773C6C9D}" dt="2026-05-03T00:57:14.558" v="400" actId="2696"/>
        <pc:sldMkLst>
          <pc:docMk/>
          <pc:sldMk cId="4047457780" sldId="261"/>
        </pc:sldMkLst>
      </pc:sldChg>
      <pc:sldChg chg="addSp delSp modSp add mod">
        <pc:chgData name="Jane Bombria" userId="9b7f24f8-7514-4d2c-b867-c97b76d20c3f" providerId="ADAL" clId="{AF9B0389-2E66-585C-B99E-2228773C6C9D}" dt="2026-05-03T01:01:54.128" v="504" actId="1076"/>
        <pc:sldMkLst>
          <pc:docMk/>
          <pc:sldMk cId="4008242750" sldId="262"/>
        </pc:sldMkLst>
        <pc:spChg chg="mod">
          <ac:chgData name="Jane Bombria" userId="9b7f24f8-7514-4d2c-b867-c97b76d20c3f" providerId="ADAL" clId="{AF9B0389-2E66-585C-B99E-2228773C6C9D}" dt="2026-05-03T00:47:19.229" v="332" actId="20577"/>
          <ac:spMkLst>
            <pc:docMk/>
            <pc:sldMk cId="4008242750" sldId="262"/>
            <ac:spMk id="2" creationId="{348EF9B4-43E6-E514-8D99-B7A5A474C902}"/>
          </ac:spMkLst>
        </pc:spChg>
        <pc:spChg chg="del">
          <ac:chgData name="Jane Bombria" userId="9b7f24f8-7514-4d2c-b867-c97b76d20c3f" providerId="ADAL" clId="{AF9B0389-2E66-585C-B99E-2228773C6C9D}" dt="2026-05-03T00:47:23.491" v="333" actId="478"/>
          <ac:spMkLst>
            <pc:docMk/>
            <pc:sldMk cId="4008242750" sldId="262"/>
            <ac:spMk id="3" creationId="{FDD60D25-BA6C-AD24-0431-2E31296D4AC2}"/>
          </ac:spMkLst>
        </pc:spChg>
        <pc:spChg chg="add del mod">
          <ac:chgData name="Jane Bombria" userId="9b7f24f8-7514-4d2c-b867-c97b76d20c3f" providerId="ADAL" clId="{AF9B0389-2E66-585C-B99E-2228773C6C9D}" dt="2026-05-03T00:47:26.843" v="337" actId="478"/>
          <ac:spMkLst>
            <pc:docMk/>
            <pc:sldMk cId="4008242750" sldId="262"/>
            <ac:spMk id="6" creationId="{39A9521D-9EB1-8598-89A2-150D1A1FB855}"/>
          </ac:spMkLst>
        </pc:spChg>
        <pc:spChg chg="add mod">
          <ac:chgData name="Jane Bombria" userId="9b7f24f8-7514-4d2c-b867-c97b76d20c3f" providerId="ADAL" clId="{AF9B0389-2E66-585C-B99E-2228773C6C9D}" dt="2026-05-03T01:01:16.008" v="500" actId="1076"/>
          <ac:spMkLst>
            <pc:docMk/>
            <pc:sldMk cId="4008242750" sldId="262"/>
            <ac:spMk id="13" creationId="{4B52CA67-74DA-CE30-6357-BD156AF87FE4}"/>
          </ac:spMkLst>
        </pc:spChg>
        <pc:picChg chg="add del mod">
          <ac:chgData name="Jane Bombria" userId="9b7f24f8-7514-4d2c-b867-c97b76d20c3f" providerId="ADAL" clId="{AF9B0389-2E66-585C-B99E-2228773C6C9D}" dt="2026-05-03T01:01:54.128" v="504" actId="1076"/>
          <ac:picMkLst>
            <pc:docMk/>
            <pc:sldMk cId="4008242750" sldId="262"/>
            <ac:picMk id="4" creationId="{DCF1334C-8976-3783-34FF-152073A8E584}"/>
          </ac:picMkLst>
        </pc:picChg>
        <pc:picChg chg="add del mod">
          <ac:chgData name="Jane Bombria" userId="9b7f24f8-7514-4d2c-b867-c97b76d20c3f" providerId="ADAL" clId="{AF9B0389-2E66-585C-B99E-2228773C6C9D}" dt="2026-05-03T00:50:03.782" v="350" actId="478"/>
          <ac:picMkLst>
            <pc:docMk/>
            <pc:sldMk cId="4008242750" sldId="262"/>
            <ac:picMk id="8" creationId="{BB444F86-8DBB-7C21-A94A-697FD0C543C2}"/>
          </ac:picMkLst>
        </pc:picChg>
        <pc:picChg chg="add mod">
          <ac:chgData name="Jane Bombria" userId="9b7f24f8-7514-4d2c-b867-c97b76d20c3f" providerId="ADAL" clId="{AF9B0389-2E66-585C-B99E-2228773C6C9D}" dt="2026-05-03T01:01:51.959" v="502" actId="208"/>
          <ac:picMkLst>
            <pc:docMk/>
            <pc:sldMk cId="4008242750" sldId="262"/>
            <ac:picMk id="10" creationId="{E8D5CED9-253D-10DF-C701-25BF4C2B07BB}"/>
          </ac:picMkLst>
        </pc:picChg>
        <pc:picChg chg="add mod">
          <ac:chgData name="Jane Bombria" userId="9b7f24f8-7514-4d2c-b867-c97b76d20c3f" providerId="ADAL" clId="{AF9B0389-2E66-585C-B99E-2228773C6C9D}" dt="2026-05-03T01:01:48.408" v="501" actId="208"/>
          <ac:picMkLst>
            <pc:docMk/>
            <pc:sldMk cId="4008242750" sldId="262"/>
            <ac:picMk id="12" creationId="{3A4C90B6-4484-9DCC-8F17-839837DC4354}"/>
          </ac:picMkLst>
        </pc:picChg>
      </pc:sldChg>
      <pc:sldChg chg="addSp delSp modSp add mod ord">
        <pc:chgData name="Jane Bombria" userId="9b7f24f8-7514-4d2c-b867-c97b76d20c3f" providerId="ADAL" clId="{AF9B0389-2E66-585C-B99E-2228773C6C9D}" dt="2026-05-03T01:26:59.204" v="509" actId="208"/>
        <pc:sldMkLst>
          <pc:docMk/>
          <pc:sldMk cId="4020578924" sldId="263"/>
        </pc:sldMkLst>
        <pc:spChg chg="mod">
          <ac:chgData name="Jane Bombria" userId="9b7f24f8-7514-4d2c-b867-c97b76d20c3f" providerId="ADAL" clId="{AF9B0389-2E66-585C-B99E-2228773C6C9D}" dt="2026-05-03T00:53:14.942" v="399" actId="20577"/>
          <ac:spMkLst>
            <pc:docMk/>
            <pc:sldMk cId="4020578924" sldId="263"/>
            <ac:spMk id="2" creationId="{B9001416-3590-D4BD-B125-4D7A07D3DC15}"/>
          </ac:spMkLst>
        </pc:spChg>
        <pc:spChg chg="del">
          <ac:chgData name="Jane Bombria" userId="9b7f24f8-7514-4d2c-b867-c97b76d20c3f" providerId="ADAL" clId="{AF9B0389-2E66-585C-B99E-2228773C6C9D}" dt="2026-05-03T00:58:58.998" v="430" actId="478"/>
          <ac:spMkLst>
            <pc:docMk/>
            <pc:sldMk cId="4020578924" sldId="263"/>
            <ac:spMk id="3" creationId="{3F9E9AEC-9801-9ED4-BB94-F01E963BE475}"/>
          </ac:spMkLst>
        </pc:spChg>
        <pc:spChg chg="add del mod">
          <ac:chgData name="Jane Bombria" userId="9b7f24f8-7514-4d2c-b867-c97b76d20c3f" providerId="ADAL" clId="{AF9B0389-2E66-585C-B99E-2228773C6C9D}" dt="2026-05-03T00:59:01.138" v="431" actId="478"/>
          <ac:spMkLst>
            <pc:docMk/>
            <pc:sldMk cId="4020578924" sldId="263"/>
            <ac:spMk id="6" creationId="{68829116-6B49-8619-0120-0BDD7DED4BE5}"/>
          </ac:spMkLst>
        </pc:spChg>
        <pc:picChg chg="mod">
          <ac:chgData name="Jane Bombria" userId="9b7f24f8-7514-4d2c-b867-c97b76d20c3f" providerId="ADAL" clId="{AF9B0389-2E66-585C-B99E-2228773C6C9D}" dt="2026-05-03T00:58:57.203" v="429" actId="1076"/>
          <ac:picMkLst>
            <pc:docMk/>
            <pc:sldMk cId="4020578924" sldId="263"/>
            <ac:picMk id="4" creationId="{60F0664A-B7D0-4316-68D8-C0C4FDBBD243}"/>
          </ac:picMkLst>
        </pc:picChg>
        <pc:picChg chg="add mod">
          <ac:chgData name="Jane Bombria" userId="9b7f24f8-7514-4d2c-b867-c97b76d20c3f" providerId="ADAL" clId="{AF9B0389-2E66-585C-B99E-2228773C6C9D}" dt="2026-05-03T01:26:59.204" v="509" actId="208"/>
          <ac:picMkLst>
            <pc:docMk/>
            <pc:sldMk cId="4020578924" sldId="263"/>
            <ac:picMk id="8" creationId="{E1C1A659-6475-1EE3-E3F0-DF259C84A528}"/>
          </ac:picMkLst>
        </pc:picChg>
      </pc:sldChg>
      <pc:sldChg chg="delSp modSp add mod">
        <pc:chgData name="Jane Bombria" userId="9b7f24f8-7514-4d2c-b867-c97b76d20c3f" providerId="ADAL" clId="{AF9B0389-2E66-585C-B99E-2228773C6C9D}" dt="2026-05-03T00:57:56.291" v="416" actId="1076"/>
        <pc:sldMkLst>
          <pc:docMk/>
          <pc:sldMk cId="1311915254" sldId="264"/>
        </pc:sldMkLst>
        <pc:spChg chg="mod">
          <ac:chgData name="Jane Bombria" userId="9b7f24f8-7514-4d2c-b867-c97b76d20c3f" providerId="ADAL" clId="{AF9B0389-2E66-585C-B99E-2228773C6C9D}" dt="2026-05-03T00:57:56.291" v="416" actId="1076"/>
          <ac:spMkLst>
            <pc:docMk/>
            <pc:sldMk cId="1311915254" sldId="264"/>
            <ac:spMk id="2" creationId="{408410D8-18CE-3C3F-7C26-53F3B1423F96}"/>
          </ac:spMkLst>
        </pc:spChg>
        <pc:spChg chg="del mod">
          <ac:chgData name="Jane Bombria" userId="9b7f24f8-7514-4d2c-b867-c97b76d20c3f" providerId="ADAL" clId="{AF9B0389-2E66-585C-B99E-2228773C6C9D}" dt="2026-05-03T00:57:42.773" v="404" actId="478"/>
          <ac:spMkLst>
            <pc:docMk/>
            <pc:sldMk cId="1311915254" sldId="264"/>
            <ac:spMk id="3" creationId="{09AECBD6-7AFB-9845-918C-CC64E7C36E14}"/>
          </ac:spMkLst>
        </pc:spChg>
      </pc:sldChg>
      <pc:sldChg chg="new del">
        <pc:chgData name="Jane Bombria" userId="9b7f24f8-7514-4d2c-b867-c97b76d20c3f" providerId="ADAL" clId="{AF9B0389-2E66-585C-B99E-2228773C6C9D}" dt="2026-05-03T00:57:49.813" v="406" actId="680"/>
        <pc:sldMkLst>
          <pc:docMk/>
          <pc:sldMk cId="2905764351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EE368-BEF3-F645-A244-946E495436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8602A-CA5E-3F4A-BBF0-BD62BAE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26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8602A-CA5E-3F4A-BBF0-BD62BAE027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33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4201-750B-E73E-881C-A588758EC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74E75-E946-7EAA-EE04-E67A592AE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9403A-92E3-2D76-865B-59F7C766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F3FDE-FA9F-DC7E-7B48-CE0DA5131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DEFD2-9215-F5BC-5E4F-A4246678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89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3CEF-D27C-833B-B231-982D48FD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DFBE2-36AA-FD0E-A3B7-A3EC3A964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DE6BC-DFAB-D15F-AC41-1CE9A93D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CA097-C0A5-BB62-953E-1C25739A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80D56-B455-859D-3DD7-7CCA1D973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9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3579-BB38-278F-0529-D5B59C9D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87035-5236-4898-FED1-B1E1F6570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E1E5C-1C5D-6107-3868-940A07EE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6D9DB-6D74-0999-7F94-ED0D6E0B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9538D-0F30-CB5B-AF9B-1B85B1A4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37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CBCE-DE04-D717-BC95-90A0D4586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3EA0C-22FB-3984-46E5-68134D056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F6E73-62C7-31D7-7A70-06A17ED4E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422FA-C8F8-ACF2-4ABA-108E15BD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558A6-5139-0AFC-3644-539D0437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B94F3-08AA-E445-20A9-04C9BEB2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39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80183-8302-2552-B3FC-6C47314F6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EC50E-B35E-D038-C38C-EDF5310AA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2CD8C-F5FD-62CE-8CC5-27F9661D7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3994C-797F-170A-315B-72D7674E2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47A67-FA38-0BD7-E3CA-05B2DE2FC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8BC5C-3ECC-549C-0B88-7C77653FB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B275F-556D-414F-7577-1E18C2D2B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5A0F8E-54C0-F488-12E5-D6FE0C8E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5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D768-8126-B6C4-1096-27CF709C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178AF-EF47-0A25-D56E-E68DDFB0E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CB9AA7-1502-DC79-B142-0B8DD117A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DC07C-1272-96BA-81DD-D1BA1BFD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0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AF10E-7CC3-37D3-B8FD-1C9AC855F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61CDC-811D-2D55-FCED-C915E714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EE5DB-0E5F-2058-D83D-C1D719E6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7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B593-1276-D3E8-815D-209C6A81F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EFED9-4371-4869-F79C-D69C3C969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B0D17-9EF1-CE8C-70DA-648E82E35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9132D-C577-1E59-F33A-F9FC8708C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AAF18-5600-53D8-063E-E8E9942B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49667-799A-92B7-685E-60EDF6C1F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1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80AD6-2D00-0535-5058-8078C80A8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BDB05-F735-A1B7-3453-99889EA46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BECA2-28F7-67EC-FBDC-C589A09DF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C5A59-832A-5931-D7B2-E477E377C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13C2D-8688-2B3D-D544-02BEA16F2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9085C-D714-D06F-F363-C220FBD7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4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C2E2F-A48F-7C3E-D87C-C7818EC67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48204-9E9F-87BD-7EC4-52B326615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AEE11-A7E0-BF6F-2D75-608A45E34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4D34B-9AC1-7F88-4369-45D8AFF7B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0ED4-41FB-A942-CFB7-0B9BADC6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5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3397F7-38CD-E398-A5E9-3DC8D100C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A9F6E-328F-E4BC-958A-695C3B558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87773-228F-C2AE-CEB4-91AAF567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F43EB-05C5-6187-D935-9B254D68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912C1-8AA6-FF06-021D-ADB47101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7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6A4CB2-4ACD-8733-E55B-9064FC121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DDAE5-E936-3FA6-7BB5-73B35F25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966E6-A5FD-5E7E-CE60-C49E8E158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6C53C-C60A-684E-B2E8-8233E23357B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B9EE-15E6-5082-311C-8B9E1E0CC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8A6B5-CF87-9C16-1307-DB51DEF59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219CD-4F60-014C-BF92-002B5593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1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xel sky">
            <a:extLst>
              <a:ext uri="{FF2B5EF4-FFF2-40B4-BE49-F238E27FC236}">
                <a16:creationId xmlns:a16="http://schemas.microsoft.com/office/drawing/2014/main" id="{A8D0A3E6-BC5C-5B4D-DD01-1CA5F1420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"/>
            <a:ext cx="12193906" cy="68569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4773D6-CA8A-BEAD-5B74-3598BFBB0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Flappy Bird in </a:t>
            </a:r>
            <a:r>
              <a:rPr lang="en-US" dirty="0" err="1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Pygame</a:t>
            </a:r>
            <a:endParaRPr lang="en-US" dirty="0">
              <a:ln w="38100">
                <a:solidFill>
                  <a:schemeClr val="tx1"/>
                </a:solidFill>
              </a:ln>
              <a:solidFill>
                <a:schemeClr val="bg1"/>
              </a:solidFill>
              <a:latin typeface="Cooper Black" panose="0208090404030B020404" pitchFamily="18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6C12A-8F93-BB59-C690-FF198FEE6A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By: Jane Bombria</a:t>
            </a:r>
          </a:p>
          <a:p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CS 3080 002</a:t>
            </a:r>
          </a:p>
          <a:p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Professor Z</a:t>
            </a:r>
          </a:p>
        </p:txBody>
      </p:sp>
    </p:spTree>
    <p:extLst>
      <p:ext uri="{BB962C8B-B14F-4D97-AF65-F5344CB8AC3E}">
        <p14:creationId xmlns:p14="http://schemas.microsoft.com/office/powerpoint/2010/main" val="27477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xel sky">
            <a:extLst>
              <a:ext uri="{FF2B5EF4-FFF2-40B4-BE49-F238E27FC236}">
                <a16:creationId xmlns:a16="http://schemas.microsoft.com/office/drawing/2014/main" id="{64CD0AF3-2EB8-1779-3A98-EF286AA10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3906" cy="68569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E0FDEF-8971-A3DF-77F5-9F38C6DE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95C40-E102-B12F-DCC2-E64655E18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n w="15875"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Game Dev minor</a:t>
            </a:r>
          </a:p>
          <a:p>
            <a:endParaRPr lang="en-US" dirty="0">
              <a:ln w="15875">
                <a:solidFill>
                  <a:schemeClr val="tx1"/>
                </a:solidFill>
              </a:ln>
              <a:solidFill>
                <a:schemeClr val="bg1"/>
              </a:solidFill>
              <a:latin typeface="Cooper Black" panose="0208090404030B020404" pitchFamily="18" charset="77"/>
            </a:endParaRPr>
          </a:p>
          <a:p>
            <a:r>
              <a:rPr lang="en-US" dirty="0">
                <a:ln w="15875"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Unity</a:t>
            </a:r>
          </a:p>
          <a:p>
            <a:endParaRPr lang="en-US" dirty="0">
              <a:ln w="15875">
                <a:solidFill>
                  <a:schemeClr val="tx1"/>
                </a:solidFill>
              </a:ln>
              <a:solidFill>
                <a:schemeClr val="bg1"/>
              </a:solidFill>
              <a:latin typeface="Cooper Black" panose="0208090404030B020404" pitchFamily="18" charset="77"/>
            </a:endParaRPr>
          </a:p>
          <a:p>
            <a:r>
              <a:rPr lang="en-US" dirty="0">
                <a:ln w="15875"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Unreal Engine</a:t>
            </a:r>
          </a:p>
        </p:txBody>
      </p:sp>
    </p:spTree>
    <p:extLst>
      <p:ext uri="{BB962C8B-B14F-4D97-AF65-F5344CB8AC3E}">
        <p14:creationId xmlns:p14="http://schemas.microsoft.com/office/powerpoint/2010/main" val="2740295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8785-F840-AE02-2DC4-873726DA0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xel sky">
            <a:extLst>
              <a:ext uri="{FF2B5EF4-FFF2-40B4-BE49-F238E27FC236}">
                <a16:creationId xmlns:a16="http://schemas.microsoft.com/office/drawing/2014/main" id="{DCF1334C-8976-3783-34FF-152073A8E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071"/>
            <a:ext cx="12193906" cy="68569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EF9B4-43E6-E514-8D99-B7A5A474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D5CED9-253D-10DF-C701-25BF4C2B0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542" y="1421697"/>
            <a:ext cx="5625311" cy="498100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4C90B6-4484-9DCC-8F17-839837DC4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913" y="1331523"/>
            <a:ext cx="4878766" cy="51613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B52CA67-74DA-CE30-6357-BD156AF87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138" y="6492875"/>
            <a:ext cx="3124200" cy="549275"/>
          </a:xfrm>
        </p:spPr>
        <p:txBody>
          <a:bodyPr>
            <a:normAutofit/>
          </a:bodyPr>
          <a:lstStyle/>
          <a:p>
            <a:r>
              <a:rPr lang="en-US" sz="14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Note: I followed a tutorial</a:t>
            </a:r>
          </a:p>
        </p:txBody>
      </p:sp>
    </p:spTree>
    <p:extLst>
      <p:ext uri="{BB962C8B-B14F-4D97-AF65-F5344CB8AC3E}">
        <p14:creationId xmlns:p14="http://schemas.microsoft.com/office/powerpoint/2010/main" val="400824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9B20-AC4F-2E01-18D5-EC91A6A9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xel sky">
            <a:extLst>
              <a:ext uri="{FF2B5EF4-FFF2-40B4-BE49-F238E27FC236}">
                <a16:creationId xmlns:a16="http://schemas.microsoft.com/office/drawing/2014/main" id="{60F0664A-B7D0-4316-68D8-C0C4FDBBD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3906" cy="68569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001416-3590-D4BD-B125-4D7A07D3D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Flow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C1A659-6475-1EE3-E3F0-DF259C84A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341535"/>
            <a:ext cx="7772400" cy="539901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02057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0FCD0-D177-C59C-76D5-5C1691768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xel sky">
            <a:extLst>
              <a:ext uri="{FF2B5EF4-FFF2-40B4-BE49-F238E27FC236}">
                <a16:creationId xmlns:a16="http://schemas.microsoft.com/office/drawing/2014/main" id="{10039D05-263C-7F77-E7DA-A349AA883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"/>
            <a:ext cx="12193906" cy="68569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8410D8-18CE-3C3F-7C26-53F3B1423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7363"/>
            <a:ext cx="9144000" cy="2387600"/>
          </a:xfrm>
        </p:spPr>
        <p:txBody>
          <a:bodyPr/>
          <a:lstStyle/>
          <a:p>
            <a:r>
              <a:rPr lang="en-US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77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311915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31</Words>
  <Application>Microsoft Macintosh PowerPoint</Application>
  <PresentationFormat>Widescreen</PresentationFormat>
  <Paragraphs>15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Cooper Black</vt:lpstr>
      <vt:lpstr>Office Theme</vt:lpstr>
      <vt:lpstr>Flappy Bird in Pygame</vt:lpstr>
      <vt:lpstr>Background</vt:lpstr>
      <vt:lpstr>Code</vt:lpstr>
      <vt:lpstr>Flow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Jane Bombria</dc:creator>
  <cp:lastModifiedBy>Jane Bombria</cp:lastModifiedBy>
  <cp:revision>1</cp:revision>
  <dcterms:created xsi:type="dcterms:W3CDTF">2026-04-30T18:39:28Z</dcterms:created>
  <dcterms:modified xsi:type="dcterms:W3CDTF">2026-05-03T01:27:09Z</dcterms:modified>
</cp:coreProperties>
</file>